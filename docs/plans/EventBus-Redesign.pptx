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6858000" y="457200"/>
            <a:ext cx="2743200" cy="274320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4" name="Shape 2"/>
          <p:cNvSpPr/>
          <p:nvPr/>
        </p:nvSpPr>
        <p:spPr>
          <a:xfrm rot="1800000">
            <a:off x="7315200" y="914400"/>
            <a:ext cx="2286000" cy="2286000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EventBus Redesign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Fault Events  |  JMS IPC MessageBus  |  Microservice Extraction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OpenNMS Horizon  |  March 2026  |  New Major Version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6F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 Bottleneck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INSERT blocks on the PostgreSQL eventsNxtId sequence. Event publishing cannot proceed until the DB transaction commits.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Monolith Lock-In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2468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daemons share a single JVM. No way to scale, deploy, or restart individual services independently.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087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IPC via Events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2468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daemon communication (config reload, new suspect) uses the same Event objects as fault events, polluting the events table.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0515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0200" y="1280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Persisting Events to PostgreSQL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1691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HibernateEventWriter with Kafka publishing. Use TSID (Snowflake-style) IDs instead of the eventsNxtId sequence. Zero DB round-trips for event creation.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23160"/>
            <a:ext cx="73152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651760"/>
            <a:ext cx="594360" cy="5943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0200" y="2514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 Cross-JVM Daemon Communication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2926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MessageBus interface over JMS/ActiveMQ. Embedded broker per JVM with network-of-brokers topology for microservice mode.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57600"/>
            <a:ext cx="73152" cy="10515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00200" y="3749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Isolate IPC from Fault Events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00200" y="4160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events flow through Kafka. IPC messages use a new IpcMessage POJO over JMS. EventRouter classifies and routes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Architecture: Event Router Pattern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C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EventIpcManager (unchanged facade)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371600" cy="6400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EventExpander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18288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94560" y="1828800"/>
            <a:ext cx="1371600" cy="640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TsidAssigner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31920" y="1691640"/>
            <a:ext cx="2011680" cy="9144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EventRouter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→ route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280160"/>
            <a:ext cx="210312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57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280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FaultEventPublisher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Kafka: opennms-fault-events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194560"/>
            <a:ext cx="210312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194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IpcMessagePublisher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JMS/ActiveMQ topics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3108960"/>
            <a:ext cx="21031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LocalEventBroadcaster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In-JVM listener dispatch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965960"/>
            <a:ext cx="640080" cy="0"/>
          </a:xfrm>
          <a:prstGeom prst="line">
            <a:avLst/>
          </a:prstGeom>
          <a:noFill/>
          <a:ln w="19050">
            <a:solidFill>
              <a:srgbClr val="E57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560320"/>
            <a:ext cx="640080" cy="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3474720"/>
            <a:ext cx="6400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Rules: 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alarm-data → FAULT (Kafka)  |  Internal UEI, no alarm-data → IPC (JMS)  |  Both → DUAL  |  Everything else → FAULT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TSID Generation &amp; Schema Changes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54864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Snowflake-Style TSID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time-sorted unique ID replaces PostgreSQL sequence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377440"/>
            <a:ext cx="3474720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468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Layout: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bits: milliseconds since epoch (~139 years)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bits: node ID (1,024 JVM instances)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bits: sequence (4,096 events/ms/node)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blocking. No DB round-trip.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188720"/>
            <a:ext cx="4023360" cy="54864"/>
          </a:xfrm>
          <a:prstGeom prst="rect">
            <a:avLst/>
          </a:prstGeom>
          <a:solidFill>
            <a:srgbClr val="FF6F0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Alarm Schema Changes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37760" y="19202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table + eventsNxtId sequence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HibernateEventWriter + EventDao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alarms.lastEventId → events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alarms table: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event_tsid, event_uei, event_severity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event_timestamp, event_node_id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last_event_data (JSONB)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events_archive table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 from Kafka for queries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Modules &amp; Components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core/tsid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TsidFactory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Snowflake-style ID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core/messagebus-api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IpcMessage, MessageBus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 pub/sub interface + POJO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core/messagebus-jms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JmsMessageBus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ActiveMQ-backed MessageBus impl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events/daemon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EventRouter, EventClassifier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Classify + route to Kafka/JMS/local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events/daemon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TsidAssigner, FaultEventPublisher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pipeline stages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events/kafka-consumer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KafkaFaultEventConsumer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consumer for extracted daemons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events/event-store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EventStore, EventArchiveWriter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Materialized event view for queries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events/daemon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MessageBusEventListenerBridge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for @EventHandler beans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Daemon Migrations: 15 Services Migrated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eventIpcManager.addEventListener(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this, RELOAD_DAEMON_CONFIG_UEI);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eventForwarder.sendNow(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EventBuilder(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"uei.opennms.org/internal/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reloadDaemonConfig",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"webui").getEvent());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messageBus.subscribe(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"reloadDaemonConfig",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this::onReloadConfig);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messageBus.publish(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IpcMessage(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"reloadDaemonConfig",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"webui",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Map.of("daemonName",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"pollerd")));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Microservice: Alarmd Extraction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Container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Eventd, Pollerd, Collectd, Provisiond,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Notifd, Enlinkd, 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Alarmd: DISABLED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EventRouter → Kafka + ActiveMQ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2468880"/>
            <a:ext cx="365760" cy="0"/>
          </a:xfrm>
          <a:prstGeom prst="line">
            <a:avLst/>
          </a:prstGeom>
          <a:noFill/>
          <a:ln w="25400">
            <a:solidFill>
              <a:srgbClr val="E57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3383280"/>
            <a:ext cx="36576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88720"/>
            <a:ext cx="4114800" cy="411480"/>
          </a:xfrm>
          <a:prstGeom prst="rect">
            <a:avLst/>
          </a:prstGeom>
          <a:solidFill>
            <a:srgbClr val="FF6F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Alarmd Container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KafkaFaultEventConsumer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Alarmd → AlarmPersister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PostgreSQL (shared DB)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JMS subscriber for config reload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Drools rules packaged in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Northbound interfaces included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55448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97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06040" cy="155448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188720"/>
            <a:ext cx="260604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3756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Changed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06040" cy="155448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188720"/>
            <a:ext cx="26060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+9,581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Added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06040" cy="155448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260604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00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-2,969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Removed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7560" y="3017520"/>
            <a:ext cx="2606040" cy="155448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21" name="Shape 19"/>
          <p:cNvSpPr/>
          <p:nvPr/>
        </p:nvSpPr>
        <p:spPr>
          <a:xfrm>
            <a:off x="3337560" y="3017520"/>
            <a:ext cx="260604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200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C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333756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Daemons Migrated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3017520"/>
            <a:ext cx="2606040" cy="155448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3017520"/>
            <a:ext cx="260604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200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97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621792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Running: Monolith Mode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JVM, no Kafka required. Ideal for development and small deployments.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Assemble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011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./compile.pl -DskipTests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./assemble.pl -p dir -DskipTests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743200"/>
            <a:ext cx="73152" cy="12801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88036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 (opennms.properties)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2004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org.opennms.eventrouter.fault-transport=local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org.opennms.messagebus.broker-url=vm://localhost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fault-transport=local bypasses Kafka entirely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vm://localhost uses in-process ActiveMQ (no network)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206240"/>
            <a:ext cx="73152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315968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(same as before)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572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bin/opennms -vt start          # All daemons in one JVM, Alarmd included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Running: Microservice Mode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Alarmd runs in a separate container. Requires Kafka and PostgreSQL.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57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broker (port 9092)  +  PostgreSQL (port 5432, shared by both containers)  +  ActiveMQ network connectivity (port 61616)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93192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14600"/>
            <a:ext cx="393192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14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Container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Disable Alarmd: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service-configuration.xml: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&lt;service enabled="false"&gt;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&lt;name&gt;OpenNMS:Name=Alarmd&lt;/name&gt;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Configure transport: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fault-transport=kafka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kafka.bootstrap-servers=kafka:9092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messagebus.broker-url=tcp://0.0.0.0:61616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tsid.node-id=1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514600"/>
            <a:ext cx="393192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514600"/>
            <a:ext cx="3931920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514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Alarmd Container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0175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container image: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cd opennms-container/alarmd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make oci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with same DB + Kafka: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 run \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-e KAFKA_SERVERS=kafka:9092 \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-e DB_URL=jdbc:postgresql://db:5432/opennms \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-e BROKER_URL=tcp://core:61616 \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opennms/alarmd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 Configuration Reference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fault-transport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7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kafka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kafka.bootstrap-servers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 needed)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kafka:9092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messagebus.broker-url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vm://localhost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tcp://eventd-host:61616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network-connectors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 needed)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tcp://alarmd-host:61616,...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tsid.node-id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(auto from hostname)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(core), 2 (alarmd), ...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JMS Topic Layout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Types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opennms.ipc.config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reloadDaemonConfig, thresholdConfigChange, eventsConfigChange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opennms.ipc.discovery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newSuspect, discoveryConfigChange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opennms.ipc.node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addNode, deleteNode, deleteInterface, changeService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Status &amp; Verification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new modules build successfully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 tests across 10 test classes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UI tests (883 tests passing)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topology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AlarmdExtractionIT via Testcontainers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Runtime Validation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monolith startup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OpenNMS boot with new pipeline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fault event flow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through real Kafka broker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Multi-container deployment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+ Alarmd on separate hosts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ActiveMQ network-of-brokers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Cross-JVM IPC message delivery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Liquibase migration on real DB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table drop + events_archive creation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0F2B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Validation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with real Kafka, PostgreSQL, and multi-container deployment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4023360" cy="1463040"/>
          </a:xfrm>
          <a:prstGeom prst="rect">
            <a:avLst/>
          </a:prstGeom>
          <a:solidFill>
            <a:srgbClr val="0F2B4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 More Daemons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7784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Notifd, Pollerd, Collectd can each become standalone containers using the same pattern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0F2B4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461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Compose / Kubernetes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container orchestration with health checks, scaling, and service discovery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926080"/>
            <a:ext cx="4023360" cy="1463040"/>
          </a:xfrm>
          <a:prstGeom prst="rect">
            <a:avLst/>
          </a:prstGeom>
          <a:solidFill>
            <a:srgbClr val="0F2B4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461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Registry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577840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Protobuf schema evolution with Confluent Schema Registry for backward-compatible changes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6F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EventBus Redesign: Architecture &amp; Implementation</dc:title>
  <dc:subject>PptxGenJS Presentation</dc:subject>
  <dc:creator>OpenNMS EventBus Redesign</dc:creator>
  <cp:lastModifiedBy>OpenNMS EventBus Redesign</cp:lastModifiedBy>
  <cp:revision>1</cp:revision>
  <dcterms:created xsi:type="dcterms:W3CDTF">2026-03-04T04:44:23Z</dcterms:created>
  <dcterms:modified xsi:type="dcterms:W3CDTF">2026-03-04T04:44:23Z</dcterms:modified>
</cp:coreProperties>
</file>